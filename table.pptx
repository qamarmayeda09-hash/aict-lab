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7" r:id="rId2"/>
    <p:sldId id="256" r:id="rId3"/>
    <p:sldId id="259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59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0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3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90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7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9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1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1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1369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32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6770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04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44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79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32615-6D34-4CF1-8411-D870D7252E8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B3C24C1-8A85-4D39-B4E3-0501879B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3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hdphoto" Target="../media/hdphoto11.wdp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" Type="http://schemas.microsoft.com/office/2007/relationships/hdphoto" Target="../media/hdphoto6.wdp"/><Relationship Id="rId21" Type="http://schemas.microsoft.com/office/2007/relationships/hdphoto" Target="../media/hdphoto15.wdp"/><Relationship Id="rId7" Type="http://schemas.microsoft.com/office/2007/relationships/hdphoto" Target="../media/hdphoto8.wdp"/><Relationship Id="rId12" Type="http://schemas.openxmlformats.org/officeDocument/2006/relationships/image" Target="../media/image11.png"/><Relationship Id="rId17" Type="http://schemas.microsoft.com/office/2007/relationships/hdphoto" Target="../media/hdphoto13.wdp"/><Relationship Id="rId25" Type="http://schemas.microsoft.com/office/2007/relationships/hdphoto" Target="../media/hdphoto17.wdp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microsoft.com/office/2007/relationships/hdphoto" Target="../media/hdphoto10.wdp"/><Relationship Id="rId24" Type="http://schemas.openxmlformats.org/officeDocument/2006/relationships/image" Target="../media/image17.png"/><Relationship Id="rId5" Type="http://schemas.microsoft.com/office/2007/relationships/hdphoto" Target="../media/hdphoto7.wdp"/><Relationship Id="rId15" Type="http://schemas.microsoft.com/office/2007/relationships/hdphoto" Target="../media/hdphoto12.wdp"/><Relationship Id="rId23" Type="http://schemas.microsoft.com/office/2007/relationships/hdphoto" Target="../media/hdphoto16.wdp"/><Relationship Id="rId10" Type="http://schemas.openxmlformats.org/officeDocument/2006/relationships/image" Target="../media/image10.png"/><Relationship Id="rId19" Type="http://schemas.microsoft.com/office/2007/relationships/hdphoto" Target="../media/hdphoto14.wdp"/><Relationship Id="rId4" Type="http://schemas.openxmlformats.org/officeDocument/2006/relationships/image" Target="../media/image7.png"/><Relationship Id="rId9" Type="http://schemas.microsoft.com/office/2007/relationships/hdphoto" Target="../media/hdphoto9.wdp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microsoft.com/office/2007/relationships/hdphoto" Target="../media/hdphoto18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07/relationships/hdphoto" Target="../media/hdphoto19.wdp"/><Relationship Id="rId7" Type="http://schemas.microsoft.com/office/2007/relationships/hdphoto" Target="../media/hdphoto2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microsoft.com/office/2007/relationships/hdphoto" Target="../media/hdphoto20.wdp"/><Relationship Id="rId4" Type="http://schemas.openxmlformats.org/officeDocument/2006/relationships/image" Target="../media/image20.png"/><Relationship Id="rId9" Type="http://schemas.microsoft.com/office/2007/relationships/hdphoto" Target="../media/hdphoto2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microsoft.com/office/2007/relationships/hdphoto" Target="../media/hdphoto28.wdp"/><Relationship Id="rId18" Type="http://schemas.openxmlformats.org/officeDocument/2006/relationships/image" Target="../media/image31.png"/><Relationship Id="rId26" Type="http://schemas.openxmlformats.org/officeDocument/2006/relationships/image" Target="../media/image35.png"/><Relationship Id="rId3" Type="http://schemas.microsoft.com/office/2007/relationships/hdphoto" Target="../media/hdphoto23.wdp"/><Relationship Id="rId21" Type="http://schemas.microsoft.com/office/2007/relationships/hdphoto" Target="../media/hdphoto32.wdp"/><Relationship Id="rId7" Type="http://schemas.microsoft.com/office/2007/relationships/hdphoto" Target="../media/hdphoto25.wdp"/><Relationship Id="rId12" Type="http://schemas.openxmlformats.org/officeDocument/2006/relationships/image" Target="../media/image28.png"/><Relationship Id="rId17" Type="http://schemas.microsoft.com/office/2007/relationships/hdphoto" Target="../media/hdphoto30.wdp"/><Relationship Id="rId25" Type="http://schemas.microsoft.com/office/2007/relationships/hdphoto" Target="../media/hdphoto34.wdp"/><Relationship Id="rId2" Type="http://schemas.openxmlformats.org/officeDocument/2006/relationships/image" Target="../media/image23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29" Type="http://schemas.microsoft.com/office/2007/relationships/hdphoto" Target="../media/hdphoto10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microsoft.com/office/2007/relationships/hdphoto" Target="../media/hdphoto27.wdp"/><Relationship Id="rId24" Type="http://schemas.openxmlformats.org/officeDocument/2006/relationships/image" Target="../media/image34.png"/><Relationship Id="rId5" Type="http://schemas.microsoft.com/office/2007/relationships/hdphoto" Target="../media/hdphoto24.wdp"/><Relationship Id="rId15" Type="http://schemas.microsoft.com/office/2007/relationships/hdphoto" Target="../media/hdphoto29.wdp"/><Relationship Id="rId23" Type="http://schemas.microsoft.com/office/2007/relationships/hdphoto" Target="../media/hdphoto33.wdp"/><Relationship Id="rId28" Type="http://schemas.openxmlformats.org/officeDocument/2006/relationships/image" Target="../media/image10.png"/><Relationship Id="rId10" Type="http://schemas.openxmlformats.org/officeDocument/2006/relationships/image" Target="../media/image27.png"/><Relationship Id="rId19" Type="http://schemas.microsoft.com/office/2007/relationships/hdphoto" Target="../media/hdphoto31.wdp"/><Relationship Id="rId4" Type="http://schemas.openxmlformats.org/officeDocument/2006/relationships/image" Target="../media/image24.png"/><Relationship Id="rId9" Type="http://schemas.microsoft.com/office/2007/relationships/hdphoto" Target="../media/hdphoto26.wdp"/><Relationship Id="rId14" Type="http://schemas.openxmlformats.org/officeDocument/2006/relationships/image" Target="../media/image29.png"/><Relationship Id="rId22" Type="http://schemas.openxmlformats.org/officeDocument/2006/relationships/image" Target="../media/image33.png"/><Relationship Id="rId27" Type="http://schemas.microsoft.com/office/2007/relationships/hdphoto" Target="../media/hdphoto35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microsoft.com/office/2007/relationships/hdphoto" Target="../media/hdphoto36.wdp"/><Relationship Id="rId7" Type="http://schemas.microsoft.com/office/2007/relationships/hdphoto" Target="../media/hdphoto38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microsoft.com/office/2007/relationships/hdphoto" Target="../media/hdphoto37.wdp"/><Relationship Id="rId4" Type="http://schemas.openxmlformats.org/officeDocument/2006/relationships/image" Target="../media/image37.png"/><Relationship Id="rId9" Type="http://schemas.microsoft.com/office/2007/relationships/hdphoto" Target="../media/hdphoto39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microsoft.com/office/2007/relationships/hdphoto" Target="../media/hdphoto44.wdp"/><Relationship Id="rId18" Type="http://schemas.openxmlformats.org/officeDocument/2006/relationships/image" Target="../media/image47.png"/><Relationship Id="rId3" Type="http://schemas.microsoft.com/office/2007/relationships/hdphoto" Target="../media/hdphoto40.wdp"/><Relationship Id="rId21" Type="http://schemas.microsoft.com/office/2007/relationships/hdphoto" Target="../media/hdphoto48.wdp"/><Relationship Id="rId7" Type="http://schemas.microsoft.com/office/2007/relationships/hdphoto" Target="../media/hdphoto41.wdp"/><Relationship Id="rId12" Type="http://schemas.openxmlformats.org/officeDocument/2006/relationships/image" Target="../media/image44.png"/><Relationship Id="rId17" Type="http://schemas.microsoft.com/office/2007/relationships/hdphoto" Target="../media/hdphoto46.wdp"/><Relationship Id="rId25" Type="http://schemas.microsoft.com/office/2007/relationships/hdphoto" Target="../media/hdphoto32.wdp"/><Relationship Id="rId2" Type="http://schemas.openxmlformats.org/officeDocument/2006/relationships/image" Target="../media/image40.png"/><Relationship Id="rId16" Type="http://schemas.openxmlformats.org/officeDocument/2006/relationships/image" Target="../media/image46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microsoft.com/office/2007/relationships/hdphoto" Target="../media/hdphoto43.wdp"/><Relationship Id="rId24" Type="http://schemas.openxmlformats.org/officeDocument/2006/relationships/image" Target="../media/image32.png"/><Relationship Id="rId5" Type="http://schemas.microsoft.com/office/2007/relationships/hdphoto" Target="../media/hdphoto15.wdp"/><Relationship Id="rId15" Type="http://schemas.microsoft.com/office/2007/relationships/hdphoto" Target="../media/hdphoto45.wdp"/><Relationship Id="rId23" Type="http://schemas.microsoft.com/office/2007/relationships/hdphoto" Target="../media/hdphoto49.wdp"/><Relationship Id="rId10" Type="http://schemas.openxmlformats.org/officeDocument/2006/relationships/image" Target="../media/image43.png"/><Relationship Id="rId19" Type="http://schemas.microsoft.com/office/2007/relationships/hdphoto" Target="../media/hdphoto47.wdp"/><Relationship Id="rId4" Type="http://schemas.openxmlformats.org/officeDocument/2006/relationships/image" Target="../media/image15.png"/><Relationship Id="rId9" Type="http://schemas.microsoft.com/office/2007/relationships/hdphoto" Target="../media/hdphoto42.wdp"/><Relationship Id="rId14" Type="http://schemas.openxmlformats.org/officeDocument/2006/relationships/image" Target="../media/image45.png"/><Relationship Id="rId22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OR GATE </a:t>
            </a:r>
            <a:endParaRPr lang="en-US" b="1" u="sng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0" r="9933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620" y="1665171"/>
            <a:ext cx="4610342" cy="461034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325" y="4164934"/>
            <a:ext cx="1051959" cy="10519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325" y="2652162"/>
            <a:ext cx="966938" cy="9669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716" y="3500709"/>
            <a:ext cx="939265" cy="9392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054" y="3416367"/>
            <a:ext cx="1107948" cy="11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4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471145"/>
              </p:ext>
            </p:extLst>
          </p:nvPr>
        </p:nvGraphicFramePr>
        <p:xfrm>
          <a:off x="1261979" y="2286802"/>
          <a:ext cx="8127999" cy="286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5721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721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21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21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21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705" y="2529852"/>
            <a:ext cx="698034" cy="12432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023" y="2441215"/>
            <a:ext cx="797565" cy="142052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706" y="3107160"/>
            <a:ext cx="698034" cy="12432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788" y="3340490"/>
            <a:ext cx="747027" cy="747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134" y="4002499"/>
            <a:ext cx="622605" cy="62260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134" y="4519693"/>
            <a:ext cx="710346" cy="71034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763" y="3663534"/>
            <a:ext cx="709052" cy="126287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356" y="4541073"/>
            <a:ext cx="710177" cy="71017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107" y="2453341"/>
            <a:ext cx="734184" cy="13076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4" y="3370653"/>
            <a:ext cx="728517" cy="72851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876" y="3916788"/>
            <a:ext cx="736336" cy="7363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34" y="4486731"/>
            <a:ext cx="764519" cy="76451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356" y="2278602"/>
            <a:ext cx="556740" cy="5567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4" cstate="print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29655" y="2252122"/>
            <a:ext cx="603371" cy="60337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001826" y="2252120"/>
            <a:ext cx="628925" cy="6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6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AND GATE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554" y="263995"/>
            <a:ext cx="7026442" cy="659400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111" y="3560997"/>
            <a:ext cx="741146" cy="7411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788" y="2470175"/>
            <a:ext cx="869791" cy="8697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227" y="2985395"/>
            <a:ext cx="946175" cy="94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5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chemeClr val="tx1"/>
                </a:solidFill>
              </a:rPr>
              <a:t>AND Gate </a:t>
            </a:r>
            <a:endParaRPr lang="en-US" b="1" u="sng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731356"/>
              </p:ext>
            </p:extLst>
          </p:nvPr>
        </p:nvGraphicFramePr>
        <p:xfrm>
          <a:off x="677863" y="2160585"/>
          <a:ext cx="8957025" cy="326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5675"/>
                <a:gridCol w="2985675"/>
                <a:gridCol w="2985675"/>
              </a:tblGrid>
              <a:tr h="65361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u="sng" dirty="0" smtClean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2400" b="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5361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5361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5361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5361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951" y="2240279"/>
            <a:ext cx="493295" cy="4932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063" y="2240279"/>
            <a:ext cx="548832" cy="5488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978" y="2627697"/>
            <a:ext cx="605268" cy="10780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978" y="3304142"/>
            <a:ext cx="646497" cy="11514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278" y="4276294"/>
            <a:ext cx="524668" cy="5246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001" y="4787810"/>
            <a:ext cx="688474" cy="6884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08085" y="2414425"/>
            <a:ext cx="822787" cy="146544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085" y="3368846"/>
            <a:ext cx="852905" cy="85290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063" y="4699404"/>
            <a:ext cx="822787" cy="82278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404" y="3737810"/>
            <a:ext cx="756586" cy="134753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914" y="2514695"/>
            <a:ext cx="772950" cy="137668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4" cstate="print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066" y="3147148"/>
            <a:ext cx="754645" cy="134408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032" y="3812770"/>
            <a:ext cx="773788" cy="13781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8" cstate="print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578" y="4777784"/>
            <a:ext cx="708526" cy="70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01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chemeClr val="tx1"/>
                </a:solidFill>
              </a:rPr>
              <a:t>XOR GATE</a:t>
            </a:r>
            <a:endParaRPr lang="en-US" b="1" u="sng" dirty="0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911974"/>
            <a:ext cx="8792356" cy="631213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150" y="3610840"/>
            <a:ext cx="663340" cy="6633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62150" y="3040830"/>
            <a:ext cx="655271" cy="6552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545" y="3327533"/>
            <a:ext cx="737135" cy="7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XOR</a:t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793950"/>
              </p:ext>
            </p:extLst>
          </p:nvPr>
        </p:nvGraphicFramePr>
        <p:xfrm>
          <a:off x="677334" y="2391592"/>
          <a:ext cx="8687517" cy="3123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839"/>
                <a:gridCol w="2895839"/>
                <a:gridCol w="2895839"/>
              </a:tblGrid>
              <a:tr h="624737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X=A’B+AB’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247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247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247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247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68" y="4883751"/>
            <a:ext cx="621097" cy="6210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76" y="4190731"/>
            <a:ext cx="766279" cy="7662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76" y="3301465"/>
            <a:ext cx="702054" cy="12504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348" y="2571379"/>
            <a:ext cx="789011" cy="14038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600950" y="4908118"/>
            <a:ext cx="596730" cy="5967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864" y="3631173"/>
            <a:ext cx="754816" cy="7548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398" y="2667127"/>
            <a:ext cx="754816" cy="13443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29797" y="4019586"/>
            <a:ext cx="667883" cy="118955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381" y="2772858"/>
            <a:ext cx="654517" cy="116574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952" y="3553979"/>
            <a:ext cx="833879" cy="83387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641" y="4190731"/>
            <a:ext cx="827190" cy="8271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4" cstate="print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547" y="4532623"/>
            <a:ext cx="756688" cy="134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7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</TotalTime>
  <Words>15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Trebuchet MS</vt:lpstr>
      <vt:lpstr>Wingdings 3</vt:lpstr>
      <vt:lpstr>Facet</vt:lpstr>
      <vt:lpstr>OR GATE </vt:lpstr>
      <vt:lpstr>PowerPoint Presentation</vt:lpstr>
      <vt:lpstr>AND GATE </vt:lpstr>
      <vt:lpstr>AND Gate </vt:lpstr>
      <vt:lpstr>XOR GATE</vt:lpstr>
      <vt:lpstr>XOR </vt:lpstr>
    </vt:vector>
  </TitlesOfParts>
  <Company>Bank Alfalah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 Aziz Computers</dc:creator>
  <cp:lastModifiedBy>AL Aziz Computers</cp:lastModifiedBy>
  <cp:revision>7</cp:revision>
  <dcterms:created xsi:type="dcterms:W3CDTF">2025-11-01T20:29:12Z</dcterms:created>
  <dcterms:modified xsi:type="dcterms:W3CDTF">2025-12-06T18:08:32Z</dcterms:modified>
</cp:coreProperties>
</file>