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custShowLst>
    <p:custShow name="Custom Show 1" id="0">
      <p:sldLst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2" autoAdjust="0"/>
    <p:restoredTop sz="94660"/>
  </p:normalViewPr>
  <p:slideViewPr>
    <p:cSldViewPr snapToGrid="0">
      <p:cViewPr varScale="1">
        <p:scale>
          <a:sx n="44" d="100"/>
          <a:sy n="44" d="100"/>
        </p:scale>
        <p:origin x="67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03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9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0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8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05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7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9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3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4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9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8BB3B-3387-4597-A0FE-BE852EEA70F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DD8D5-9E36-436D-AA38-5B76F081C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64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18" Type="http://schemas.microsoft.com/office/2007/relationships/hdphoto" Target="../media/hdphoto8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4844" y="290033"/>
            <a:ext cx="2710774" cy="151164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solar system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048983" y="3336587"/>
            <a:ext cx="94034" cy="92413"/>
          </a:xfrm>
          <a:prstGeom prst="ellipse">
            <a:avLst/>
          </a:prstGeom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512341" y="2791838"/>
            <a:ext cx="1167319" cy="1089498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259421" y="2470826"/>
            <a:ext cx="1673158" cy="1673157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048983" y="3488987"/>
            <a:ext cx="94034" cy="92413"/>
          </a:xfrm>
          <a:prstGeom prst="ellipse">
            <a:avLst/>
          </a:prstGeom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16230" y="2081719"/>
            <a:ext cx="2159540" cy="2373549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719537" y="1643975"/>
            <a:ext cx="2752927" cy="307394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325566" y="1215956"/>
            <a:ext cx="3631660" cy="3871609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936461" y="856033"/>
            <a:ext cx="4319079" cy="4552546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566809" y="437745"/>
            <a:ext cx="5058383" cy="535021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206885" y="107004"/>
            <a:ext cx="5778230" cy="5951267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48234" y1="14402" x2="22418" y2="240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792" y="2681591"/>
            <a:ext cx="1425208" cy="12516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42622" y1="12183" x2="42622" y2="12183"/>
                        <a14:backgroundMark x1="42622" y1="12183" x2="25955" y2="22843"/>
                        <a14:backgroundMark x1="25781" y1="22970" x2="22049" y2="52538"/>
                        <a14:backgroundMark x1="21875" y1="53046" x2="32292" y2="84010"/>
                        <a14:backgroundMark x1="30295" y1="78680" x2="47049" y2="85533"/>
                        <a14:backgroundMark x1="47396" y1="85660" x2="61285" y2="80203"/>
                        <a14:backgroundMark x1="61719" y1="79822" x2="71181" y2="61929"/>
                        <a14:backgroundMark x1="71094" y1="62690" x2="72569" y2="47081"/>
                        <a14:backgroundMark x1="72483" y1="46827" x2="69271" y2="30330"/>
                        <a14:backgroundMark x1="69271" y1="30584" x2="61111" y2="14848"/>
                        <a14:backgroundMark x1="42448" y1="12817" x2="51128" y2="12563"/>
                        <a14:backgroundMark x1="50608" y1="12056" x2="62847" y2="189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671" y="2360577"/>
            <a:ext cx="792451" cy="55123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939" y="2292964"/>
            <a:ext cx="429644" cy="41733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889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624" y="2208179"/>
            <a:ext cx="661481" cy="64267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86" b="98828" l="0" r="984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24" y="1801678"/>
            <a:ext cx="643429" cy="5397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700" b="90000" l="6600" r="93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776" y="3488987"/>
            <a:ext cx="720184" cy="65499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963" b="89957" l="5650" r="93750">
                        <a14:backgroundMark x1="49550" y1="91176" x2="49550" y2="896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775" y="1289044"/>
            <a:ext cx="814696" cy="612713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2772383" y="-98308"/>
            <a:ext cx="6605082" cy="636292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3133" b="95663" l="3735" r="951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15506" y="3013386"/>
            <a:ext cx="588033" cy="5880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3919" b="96622" l="2973" r="9594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49363" y="3180945"/>
            <a:ext cx="826198" cy="82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  <vt:variant>
        <vt:lpstr>Custom Shows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solar system</vt:lpstr>
      <vt:lpstr>Custom Show 1</vt:lpstr>
    </vt:vector>
  </TitlesOfParts>
  <Company>Bank Alfalah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 Aziz Computers</dc:creator>
  <cp:lastModifiedBy>AL Aziz Computers</cp:lastModifiedBy>
  <cp:revision>14</cp:revision>
  <dcterms:created xsi:type="dcterms:W3CDTF">2025-10-25T21:22:27Z</dcterms:created>
  <dcterms:modified xsi:type="dcterms:W3CDTF">2025-12-06T18:08:04Z</dcterms:modified>
</cp:coreProperties>
</file>